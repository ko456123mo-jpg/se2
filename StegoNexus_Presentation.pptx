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tegonexus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63040"/>
            <a:ext cx="5577840" cy="171625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310896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>
                <a:solidFill>
                  <a:srgbClr val="22D3EE"/>
                </a:solidFill>
              </a:rPr>
              <a:t>Unified Hiding, Extraction &amp; Forensics Framework</a:t>
            </a:r>
          </a:p>
          <a:p>
            <a:r>
              <a:rPr sz="1600">
                <a:solidFill>
                  <a:srgbClr val="8FA6C2"/>
                </a:solidFill>
              </a:rPr>
              <a:t>Hide it. Extract it. Analyze it. Verify it. Investigate it. Document it. Report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6F0FB"/>
                </a:solidFill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1. Live dashboard computed from the investigation database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2. Measured tool health - nothing is faked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3. Text / image / audio / video steganography (native + integrated)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4. Custom academic video EOF container - deliberately NOT OpenPuff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5. Authorized network lab - anomaly is an indicator, not proof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6. Defensive malware analysis + executable stego (overlay/slack)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7. Forensics, hashing, metadata and branded reporting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8. Honest limitations and what is REFERENCE / UNAVAILABLE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6F0FB"/>
                </a:solidFill>
              </a:rPr>
              <a:t>1. Problem &amp;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</a:pPr>
            <a:r>
              <a:rPr sz="1700">
                <a:solidFill>
                  <a:srgbClr val="E6F0FB"/>
                </a:solidFill>
              </a:rPr>
              <a:t>• Problem: steganography tools are fragmented - hiding, extraction, forensics, case management and reporting live in separate, often Windows-only tools.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6F0FB"/>
                </a:solidFill>
              </a:rPr>
              <a:t>• Goal: one honest, Kali-native workbench that hides, extracts, analyzes, verifies, investigates, documents and reports - with measured statuses.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6F0FB"/>
                </a:solidFill>
              </a:rPr>
              <a:t>• Non-goals: no fake results, no offensive malware, no unauthorized network 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6F0FB"/>
                </a:solidFill>
              </a:rPr>
              <a:t>2.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700">
                <a:solidFill>
                  <a:srgbClr val="E6F0FB"/>
                </a:solidFill>
              </a:rPr>
              <a:t>• PySide6 GUI + CLI front-ends over shared Python service facades.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6F0FB"/>
                </a:solidFill>
              </a:rPr>
              <a:t>• SQLite (WAL) persistence: cases, evidence hashes, findings, analyses, logs.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6F0FB"/>
                </a:solidFill>
              </a:rPr>
              <a:t>• Native engines (LSB/phase/spread/container) + ToolExecutor-wrapped externals.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6F0FB"/>
                </a:solidFill>
              </a:rPr>
              <a:t>• Async QThreadPool workers keep the UI responsive; offscreen smoke-tested.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6F0FB"/>
                </a:solidFill>
              </a:rPr>
              <a:t>• Honesty layer: fixed status vocabulary on every operation and report.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3. Dashboard - every figure computed from the live database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4. Metadata: read / inject / strip on copies (ExifTool)</a:t>
            </a:r>
          </a:p>
        </p:txBody>
      </p:sp>
      <p:pic>
        <p:nvPicPr>
          <p:cNvPr id="3" name="Picture 2" descr="meta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5. Forensics: file / strings / entropy / binwalk / foremost / triage</a:t>
            </a:r>
          </a:p>
        </p:txBody>
      </p:sp>
      <p:pic>
        <p:nvPicPr>
          <p:cNvPr id="3" name="Picture 2" descr="foren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6. Text steganography: native LSB + Key</a:t>
            </a:r>
          </a:p>
        </p:txBody>
      </p:sp>
      <p:pic>
        <p:nvPicPr>
          <p:cNvPr id="3" name="Picture 2" descr="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6. Image: native LSB + Steghide; CyberHide is REFERENCE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7. Audio: LSB / phase / spread spectrum with measured SNR</a:t>
            </a:r>
          </a:p>
        </p:txBody>
      </p:sp>
      <p:pic>
        <p:nvPicPr>
          <p:cNvPr id="3" name="Picture 2" descr="a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8. Video: FFV1 LSB + custom academic EOF container (AES-256-GCM)</a:t>
            </a:r>
          </a:p>
        </p:txBody>
      </p:sp>
      <p:pic>
        <p:nvPicPr>
          <p:cNvPr id="3" name="Picture 2" descr="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9. Network lab: authorized-only; anomaly is an indicator not proof</a:t>
            </a:r>
          </a:p>
        </p:txBody>
      </p:sp>
      <p:pic>
        <p:nvPicPr>
          <p:cNvPr id="3" name="Picture 2" descr="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10. Malware: defensive static analysis only (never executed)</a:t>
            </a:r>
          </a:p>
        </p:txBody>
      </p:sp>
      <p:pic>
        <p:nvPicPr>
          <p:cNvPr id="3" name="Picture 2" descr="mal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10b. Executable stego: hide/extract in PE overlay &amp; slack - and its detection</a:t>
            </a:r>
          </a:p>
        </p:txBody>
      </p:sp>
      <p:pic>
        <p:nvPicPr>
          <p:cNvPr id="3" name="Picture 2" descr="malware_exec_st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11. Hashing &amp; integrity: MD5..SHA-512 with MATCH / MISMATCH</a:t>
            </a:r>
          </a:p>
        </p:txBody>
      </p:sp>
      <p:pic>
        <p:nvPicPr>
          <p:cNvPr id="3" name="Picture 2" descr="has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11. Cases: status workflow + synthetic training fixtures</a:t>
            </a:r>
          </a:p>
        </p:txBody>
      </p:sp>
      <p:pic>
        <p:nvPicPr>
          <p:cNvPr id="3" name="Picture 2" descr="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11. Reports: branded PDF / HTML / JSON from stored records</a:t>
            </a:r>
          </a:p>
        </p:txBody>
      </p:sp>
      <p:pic>
        <p:nvPicPr>
          <p:cNvPr id="3" name="Picture 2" descr="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Tool Health - measured matrix; missing tools are UNAVAILABLE</a:t>
            </a:r>
          </a:p>
        </p:txBody>
      </p:sp>
      <p:pic>
        <p:nvPicPr>
          <p:cNvPr id="3" name="Picture 2" descr="tool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External Tools Matrix - REFERENCE / EXTERNAL, never faked</a:t>
            </a:r>
          </a:p>
        </p:txBody>
      </p:sp>
      <p:pic>
        <p:nvPicPr>
          <p:cNvPr id="3" name="Picture 2" descr="external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Light theme - the same UI in both themes</a:t>
            </a:r>
          </a:p>
        </p:txBody>
      </p:sp>
      <p:pic>
        <p:nvPicPr>
          <p:cNvPr id="3" name="Picture 2" descr="dashboar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6F0FB"/>
                </a:solidFill>
              </a:rPr>
              <a:t>Honesty Policy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Every capability carries a status label: IMPLEMENTED, INTEGRATED, REFERENCE, EXTERNAL, OPTIONAL or UNAVAILABLE.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zsteg is not installed (Ruby gem) - reported UNAVAILABLE, never fabricated.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OpenPuff / CyberHide / DeepSound / CoagulaLight are REFERENCE applications.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The custom video EOF container is NOT OpenPuff-compatible - by design.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Network transmission needs the authorized-lab switch and root privileges.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Malware analysis is static and defensive; specimens are never executed.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Executable stego (overlay/slack) is demonstrated on synthetic, code-free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training carriers - shown so the technique can be detected and reversed.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An anomaly in a header field is an indicator - never proof of hidden data.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Case 1/2/3 practical material is required to reproduce those exact cases.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